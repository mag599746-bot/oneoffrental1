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(주)원오프2\Desktop\TEST10\tools\capture_pptx\caps\cap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(주)원오프2\Desktop\TEST10\tools\capture_pptx\caps\cap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(주)원오프2\Desktop\TEST10\tools\capture_pptx\caps\cap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(주)원오프2\Desktop\TEST10\tools\capture_pptx\caps\cap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(주)원오프2\Desktop\TEST10\tools\capture_pptx\caps\cap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2026-01-28T02:49:35Z</dcterms:created>
  <dcterms:modified xsi:type="dcterms:W3CDTF">2026-01-28T02:49:35Z</dcterms:modified>
</cp:coreProperties>
</file>